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stapha gueye" userId="786fda4a440f9264" providerId="LiveId" clId="{DA4B067C-3BF6-482A-B6C7-198824F4E811}"/>
    <pc:docChg chg="undo custSel modSld">
      <pc:chgData name="moustapha gueye" userId="786fda4a440f9264" providerId="LiveId" clId="{DA4B067C-3BF6-482A-B6C7-198824F4E811}" dt="2025-07-17T20:01:44.817" v="110" actId="5793"/>
      <pc:docMkLst>
        <pc:docMk/>
      </pc:docMkLst>
      <pc:sldChg chg="delSp modSp mod">
        <pc:chgData name="moustapha gueye" userId="786fda4a440f9264" providerId="LiveId" clId="{DA4B067C-3BF6-482A-B6C7-198824F4E811}" dt="2025-07-17T20:01:06.051" v="92" actId="21"/>
        <pc:sldMkLst>
          <pc:docMk/>
          <pc:sldMk cId="0" sldId="256"/>
        </pc:sldMkLst>
        <pc:spChg chg="mod">
          <ac:chgData name="moustapha gueye" userId="786fda4a440f9264" providerId="LiveId" clId="{DA4B067C-3BF6-482A-B6C7-198824F4E811}" dt="2025-07-17T20:00:07.945" v="22" actId="1076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moustapha gueye" userId="786fda4a440f9264" providerId="LiveId" clId="{DA4B067C-3BF6-482A-B6C7-198824F4E811}" dt="2025-07-17T20:01:06.051" v="92" actId="21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moustapha gueye" userId="786fda4a440f9264" providerId="LiveId" clId="{DA4B067C-3BF6-482A-B6C7-198824F4E811}" dt="2025-07-17T19:59:34.627" v="21"/>
        <pc:sldMkLst>
          <pc:docMk/>
          <pc:sldMk cId="0" sldId="257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oustapha gueye" userId="786fda4a440f9264" providerId="LiveId" clId="{DA4B067C-3BF6-482A-B6C7-198824F4E811}" dt="2025-07-17T19:59:34.627" v="21"/>
        <pc:sldMkLst>
          <pc:docMk/>
          <pc:sldMk cId="0" sldId="258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58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oustapha gueye" userId="786fda4a440f9264" providerId="LiveId" clId="{DA4B067C-3BF6-482A-B6C7-198824F4E811}" dt="2025-07-17T20:01:28.562" v="104" actId="20577"/>
        <pc:sldMkLst>
          <pc:docMk/>
          <pc:sldMk cId="0" sldId="259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59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20:01:28.562" v="104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moustapha gueye" userId="786fda4a440f9264" providerId="LiveId" clId="{DA4B067C-3BF6-482A-B6C7-198824F4E811}" dt="2025-07-17T19:59:34.627" v="21"/>
        <pc:sldMkLst>
          <pc:docMk/>
          <pc:sldMk cId="0" sldId="260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0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oustapha gueye" userId="786fda4a440f9264" providerId="LiveId" clId="{DA4B067C-3BF6-482A-B6C7-198824F4E811}" dt="2025-07-17T19:59:34.627" v="21"/>
        <pc:sldMkLst>
          <pc:docMk/>
          <pc:sldMk cId="0" sldId="261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1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moustapha gueye" userId="786fda4a440f9264" providerId="LiveId" clId="{DA4B067C-3BF6-482A-B6C7-198824F4E811}" dt="2025-07-17T19:59:34.627" v="21"/>
        <pc:sldMkLst>
          <pc:docMk/>
          <pc:sldMk cId="0" sldId="262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2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oustapha gueye" userId="786fda4a440f9264" providerId="LiveId" clId="{DA4B067C-3BF6-482A-B6C7-198824F4E811}" dt="2025-07-17T19:59:34.627" v="21"/>
        <pc:sldMkLst>
          <pc:docMk/>
          <pc:sldMk cId="0" sldId="263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3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moustapha gueye" userId="786fda4a440f9264" providerId="LiveId" clId="{DA4B067C-3BF6-482A-B6C7-198824F4E811}" dt="2025-07-17T19:59:34.627" v="21"/>
        <pc:sldMkLst>
          <pc:docMk/>
          <pc:sldMk cId="0" sldId="264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4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moustapha gueye" userId="786fda4a440f9264" providerId="LiveId" clId="{DA4B067C-3BF6-482A-B6C7-198824F4E811}" dt="2025-07-17T19:59:34.627" v="21"/>
        <pc:sldMkLst>
          <pc:docMk/>
          <pc:sldMk cId="0" sldId="265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5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oustapha gueye" userId="786fda4a440f9264" providerId="LiveId" clId="{DA4B067C-3BF6-482A-B6C7-198824F4E811}" dt="2025-07-17T19:59:34.627" v="21"/>
        <pc:sldMkLst>
          <pc:docMk/>
          <pc:sldMk cId="0" sldId="266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6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moustapha gueye" userId="786fda4a440f9264" providerId="LiveId" clId="{DA4B067C-3BF6-482A-B6C7-198824F4E811}" dt="2025-07-17T19:59:34.627" v="21"/>
        <pc:sldMkLst>
          <pc:docMk/>
          <pc:sldMk cId="0" sldId="267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7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moustapha gueye" userId="786fda4a440f9264" providerId="LiveId" clId="{DA4B067C-3BF6-482A-B6C7-198824F4E811}" dt="2025-07-17T20:01:44.817" v="110" actId="5793"/>
        <pc:sldMkLst>
          <pc:docMk/>
          <pc:sldMk cId="0" sldId="268"/>
        </pc:sldMkLst>
        <pc:spChg chg="mod">
          <ac:chgData name="moustapha gueye" userId="786fda4a440f9264" providerId="LiveId" clId="{DA4B067C-3BF6-482A-B6C7-198824F4E811}" dt="2025-07-17T19:59:34.627" v="21"/>
          <ac:spMkLst>
            <pc:docMk/>
            <pc:sldMk cId="0" sldId="268"/>
            <ac:spMk id="2" creationId="{00000000-0000-0000-0000-000000000000}"/>
          </ac:spMkLst>
        </pc:spChg>
        <pc:spChg chg="mod">
          <ac:chgData name="moustapha gueye" userId="786fda4a440f9264" providerId="LiveId" clId="{DA4B067C-3BF6-482A-B6C7-198824F4E811}" dt="2025-07-17T20:01:44.817" v="110" actId="5793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8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8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54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9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2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52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8363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64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5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18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68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8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0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657" y="3672120"/>
            <a:ext cx="7315200" cy="1825096"/>
          </a:xfrm>
        </p:spPr>
        <p:txBody>
          <a:bodyPr>
            <a:normAutofit fontScale="90000"/>
          </a:bodyPr>
          <a:lstStyle/>
          <a:p>
            <a:r>
              <a:rPr dirty="0" err="1"/>
              <a:t>Projet</a:t>
            </a:r>
            <a:r>
              <a:rPr dirty="0"/>
              <a:t> </a:t>
            </a:r>
            <a:r>
              <a:rPr dirty="0" err="1"/>
              <a:t>AfriZen</a:t>
            </a:r>
            <a:r>
              <a:rPr dirty="0"/>
              <a:t> – Nutrition </a:t>
            </a:r>
            <a:r>
              <a:rPr dirty="0" err="1"/>
              <a:t>personnalisée</a:t>
            </a:r>
            <a:r>
              <a:rPr dirty="0"/>
              <a:t>, Bien-</a:t>
            </a:r>
            <a:r>
              <a:rPr dirty="0" err="1"/>
              <a:t>être</a:t>
            </a:r>
            <a:r>
              <a:rPr dirty="0"/>
              <a:t> et </a:t>
            </a:r>
            <a:r>
              <a:rPr dirty="0" err="1"/>
              <a:t>Agroécologie</a:t>
            </a:r>
            <a:r>
              <a:rPr dirty="0"/>
              <a:t> locale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AfriZen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 Afrique, l’accès à une alimentation équilibrée, personnalisée et ancrée dans les traditions locales reste un défi.</a:t>
            </a:r>
          </a:p>
          <a:p>
            <a:r>
              <a:t>AfriZen naît de la volonté de promouvoir la santé, l’autonomie alimentaire et le bien-être global grâce aux ressources locales.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✔ Accompagner chaque personne vers une meilleure santé nutritionnelle</a:t>
            </a:r>
          </a:p>
          <a:p>
            <a:r>
              <a:t>✔ Encourager la culture de plantes à la maison</a:t>
            </a:r>
          </a:p>
          <a:p>
            <a:r>
              <a:t>✔ Valoriser les produits locaux et soutenir les petits producteurs</a:t>
            </a:r>
          </a:p>
          <a:p>
            <a:r>
              <a:t>✔ Offrir un espace bien-être accessible à tous</a:t>
            </a:r>
          </a:p>
          <a:p>
            <a:r>
              <a:t>✔ Réduire la dépendance aux produits transformés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qui s’adresse AfriZen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 Enfants, femmes enceintes, </a:t>
            </a:r>
            <a:r>
              <a:rPr dirty="0" err="1"/>
              <a:t>personnes</a:t>
            </a:r>
            <a:r>
              <a:rPr dirty="0"/>
              <a:t> </a:t>
            </a:r>
            <a:r>
              <a:rPr dirty="0" err="1"/>
              <a:t>âgées</a:t>
            </a:r>
            <a:endParaRPr dirty="0"/>
          </a:p>
          <a:p>
            <a:r>
              <a:rPr dirty="0"/>
              <a:t> </a:t>
            </a:r>
            <a:r>
              <a:rPr dirty="0" err="1"/>
              <a:t>Personnes</a:t>
            </a:r>
            <a:r>
              <a:rPr dirty="0"/>
              <a:t> en </a:t>
            </a:r>
            <a:r>
              <a:rPr dirty="0" err="1"/>
              <a:t>quête</a:t>
            </a:r>
            <a:r>
              <a:rPr dirty="0"/>
              <a:t> de bien-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souffrant</a:t>
            </a:r>
            <a:r>
              <a:rPr dirty="0"/>
              <a:t> de maladies </a:t>
            </a:r>
            <a:r>
              <a:rPr dirty="0" err="1"/>
              <a:t>nutritionnelles</a:t>
            </a:r>
            <a:endParaRPr dirty="0"/>
          </a:p>
          <a:p>
            <a:r>
              <a:rPr dirty="0" err="1"/>
              <a:t>Agriculteurs</a:t>
            </a:r>
            <a:r>
              <a:rPr dirty="0"/>
              <a:t> </a:t>
            </a:r>
            <a:r>
              <a:rPr dirty="0" err="1"/>
              <a:t>souhaitant</a:t>
            </a:r>
            <a:r>
              <a:rPr dirty="0"/>
              <a:t> </a:t>
            </a:r>
            <a:r>
              <a:rPr dirty="0" err="1"/>
              <a:t>vendre</a:t>
            </a:r>
            <a:r>
              <a:rPr dirty="0"/>
              <a:t> </a:t>
            </a:r>
            <a:r>
              <a:rPr dirty="0" err="1"/>
              <a:t>leurs</a:t>
            </a:r>
            <a:r>
              <a:rPr dirty="0"/>
              <a:t> </a:t>
            </a:r>
            <a:r>
              <a:rPr dirty="0" err="1"/>
              <a:t>produits</a:t>
            </a:r>
            <a:r>
              <a:rPr dirty="0"/>
              <a:t> </a:t>
            </a:r>
            <a:r>
              <a:rPr dirty="0" err="1"/>
              <a:t>locaux</a:t>
            </a:r>
            <a:endParaRPr dirty="0"/>
          </a:p>
          <a:p>
            <a:r>
              <a:rPr dirty="0" err="1"/>
              <a:t>Étudiants</a:t>
            </a:r>
            <a:r>
              <a:rPr dirty="0"/>
              <a:t> et </a:t>
            </a:r>
            <a:r>
              <a:rPr dirty="0" err="1"/>
              <a:t>curieux</a:t>
            </a:r>
            <a:r>
              <a:rPr dirty="0"/>
              <a:t> de la nutrition </a:t>
            </a:r>
            <a:r>
              <a:rPr dirty="0" err="1"/>
              <a:t>africaine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site complet et interactif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🌿 Questionnaire santé personnalisé</a:t>
            </a:r>
          </a:p>
          <a:p>
            <a:r>
              <a:t>🥗 Conseils nutrition adaptés</a:t>
            </a:r>
          </a:p>
          <a:p>
            <a:r>
              <a:t>🌾 Tutoriels de micro-jardinage</a:t>
            </a:r>
          </a:p>
          <a:p>
            <a:r>
              <a:t>🏃‍♀ Coaching bien-être &amp; fitness</a:t>
            </a:r>
          </a:p>
          <a:p>
            <a:r>
              <a:t>🛍 Boutique de produits locaux</a:t>
            </a:r>
          </a:p>
          <a:p>
            <a:r>
              <a:t>📣 Forum &amp; communauté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 Profil Santé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 questionnaire intelligent qui </a:t>
            </a:r>
            <a:r>
              <a:rPr dirty="0" err="1"/>
              <a:t>adapte</a:t>
            </a:r>
            <a:r>
              <a:rPr dirty="0"/>
              <a:t> les </a:t>
            </a:r>
            <a:r>
              <a:rPr dirty="0" err="1"/>
              <a:t>recommandations</a:t>
            </a:r>
            <a:r>
              <a:rPr dirty="0"/>
              <a:t> </a:t>
            </a:r>
            <a:r>
              <a:rPr dirty="0" err="1"/>
              <a:t>selon</a:t>
            </a:r>
            <a:r>
              <a:rPr dirty="0"/>
              <a:t> 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Âge</a:t>
            </a:r>
            <a:r>
              <a:rPr dirty="0"/>
              <a:t>, genre, état de santé (</a:t>
            </a:r>
            <a:r>
              <a:rPr dirty="0" err="1"/>
              <a:t>anémie</a:t>
            </a:r>
            <a:r>
              <a:rPr dirty="0"/>
              <a:t>, </a:t>
            </a:r>
            <a:r>
              <a:rPr dirty="0" err="1"/>
              <a:t>diabète</a:t>
            </a:r>
            <a:r>
              <a:rPr dirty="0"/>
              <a:t>, </a:t>
            </a:r>
            <a:r>
              <a:rPr dirty="0" err="1"/>
              <a:t>grossesse</a:t>
            </a:r>
            <a:r>
              <a:rPr dirty="0"/>
              <a:t>…)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Préférences</a:t>
            </a:r>
            <a:r>
              <a:rPr dirty="0"/>
              <a:t> </a:t>
            </a:r>
            <a:r>
              <a:rPr dirty="0" err="1"/>
              <a:t>alimentaires</a:t>
            </a:r>
            <a:r>
              <a:rPr dirty="0"/>
              <a:t> (halal, allergies, </a:t>
            </a:r>
            <a:r>
              <a:rPr dirty="0" err="1"/>
              <a:t>végétarien</a:t>
            </a:r>
            <a:r>
              <a:rPr dirty="0"/>
              <a:t>…)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Résultats</a:t>
            </a:r>
            <a:r>
              <a:rPr dirty="0"/>
              <a:t> → Suggestions de </a:t>
            </a:r>
            <a:r>
              <a:rPr dirty="0" err="1"/>
              <a:t>recettes</a:t>
            </a:r>
            <a:r>
              <a:rPr dirty="0"/>
              <a:t>, plantes à </a:t>
            </a:r>
            <a:r>
              <a:rPr dirty="0" err="1"/>
              <a:t>cultiver</a:t>
            </a:r>
            <a:r>
              <a:rPr dirty="0"/>
              <a:t>, coaching </a:t>
            </a:r>
            <a:r>
              <a:rPr dirty="0" err="1"/>
              <a:t>adapté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Valorisation de nos aliments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Fiches recettes 100% locales</a:t>
            </a:r>
          </a:p>
          <a:p>
            <a:r>
              <a:t>• Astuces nutrition simples</a:t>
            </a:r>
          </a:p>
          <a:p>
            <a:r>
              <a:t>• Conseils vidéos de nutritionnistes</a:t>
            </a:r>
          </a:p>
          <a:p>
            <a:r>
              <a:t>• Mise en avant de produits comme : fonio, moringa, bissap, céréales locales…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Autonomie alimentaire à domicile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Plantes faciles à cultiver : piment, menthe, poivron…</a:t>
            </a:r>
          </a:p>
          <a:p>
            <a:r>
              <a:t>• Vidéos pratiques &amp; articles illustrés</a:t>
            </a:r>
          </a:p>
          <a:p>
            <a:r>
              <a:t>• Boutique de kits de jardinage : pots, graines, compost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 espace forme et équilibre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Séances vidéos adaptées à tous les profils</a:t>
            </a:r>
          </a:p>
          <a:p>
            <a:r>
              <a:t>• Étirements, cardio doux, respiration…</a:t>
            </a:r>
          </a:p>
          <a:p>
            <a:r>
              <a:t>• Sessions guidées par des coachs certifiés</a:t>
            </a:r>
          </a:p>
          <a:p>
            <a:r>
              <a:t>• Forum communautaire pour se motiver ensemble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Marché local &amp; solidaire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Vente de produits recommandés (bissap, moringa, céréales…)</a:t>
            </a:r>
          </a:p>
          <a:p>
            <a:r>
              <a:t>• Espace dédié aux agriculteurs partenaires</a:t>
            </a:r>
          </a:p>
          <a:p>
            <a:r>
              <a:t>• Paiement simple, livraison ou retrait local</a:t>
            </a:r>
          </a:p>
          <a:p>
            <a:r>
              <a:t>• Achat responsable, nutrition durable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Un accès simple, une vision durable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r>
              <a:t>• Accès gratuit à la plateforme</a:t>
            </a:r>
          </a:p>
          <a:p>
            <a:r>
              <a:t>• Version premium (abonnement) avec :</a:t>
            </a:r>
          </a:p>
          <a:p>
            <a:r>
              <a:t>  🔓 Accès exclusif aux vidéos de coaching</a:t>
            </a:r>
          </a:p>
          <a:p>
            <a:r>
              <a:t>  📈 Suivi personnalisé plus avancé</a:t>
            </a:r>
          </a:p>
          <a:p>
            <a:r>
              <a:t>  🛍 Réductions dans la boutique</a:t>
            </a:r>
          </a:p>
          <a:p>
            <a:r>
              <a:t>• Monétisation par publicité responsable et vente de kits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Trois jeunes femmes, une vision commune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AfriZen a été fondé par :</a:t>
            </a:r>
          </a:p>
          <a:p>
            <a:r>
              <a:t>✨ Mariéme Dieng</a:t>
            </a:r>
          </a:p>
          <a:p>
            <a:r>
              <a:t>✨ Sophia Diop</a:t>
            </a:r>
          </a:p>
          <a:p>
            <a:r>
              <a:t>✨ Sokhna Faye</a:t>
            </a:r>
          </a:p>
          <a:p>
            <a:r>
              <a:t>Étudiantes en AgroTIC passionnées par la santé, l’environnement et les innovations numériques pour l’Afrique.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 ensuite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Lancement</a:t>
            </a:r>
            <a:r>
              <a:rPr dirty="0"/>
              <a:t> test dans un quartier </a:t>
            </a:r>
            <a:r>
              <a:rPr dirty="0" err="1"/>
              <a:t>pilote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Collecte</a:t>
            </a:r>
            <a:r>
              <a:rPr dirty="0"/>
              <a:t> de feedback </a:t>
            </a:r>
            <a:r>
              <a:rPr dirty="0" err="1"/>
              <a:t>utilisateurs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Amélioration</a:t>
            </a:r>
            <a:r>
              <a:rPr dirty="0"/>
              <a:t> de </a:t>
            </a:r>
            <a:r>
              <a:rPr dirty="0" err="1"/>
              <a:t>l’UX</a:t>
            </a:r>
            <a:r>
              <a:rPr dirty="0"/>
              <a:t>/UI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Déploiement</a:t>
            </a:r>
            <a:r>
              <a:rPr dirty="0"/>
              <a:t> à </a:t>
            </a:r>
            <a:r>
              <a:rPr dirty="0" err="1"/>
              <a:t>grande</a:t>
            </a:r>
            <a:r>
              <a:rPr dirty="0"/>
              <a:t> </a:t>
            </a:r>
            <a:r>
              <a:rPr dirty="0" err="1"/>
              <a:t>échelle</a:t>
            </a:r>
            <a:endParaRPr dirty="0"/>
          </a:p>
          <a:p>
            <a:r>
              <a:rPr dirty="0"/>
              <a:t>Contact : afrizen.contact@gmail.com</a:t>
            </a:r>
          </a:p>
          <a:p>
            <a:r>
              <a:rPr dirty="0" err="1"/>
              <a:t>Inscrivez-vous</a:t>
            </a:r>
            <a:r>
              <a:rPr dirty="0"/>
              <a:t> à la newsletter pour </a:t>
            </a:r>
            <a:r>
              <a:rPr dirty="0" err="1"/>
              <a:t>suivre</a:t>
            </a:r>
            <a:r>
              <a:rPr dirty="0"/>
              <a:t> </a:t>
            </a:r>
            <a:r>
              <a:rPr dirty="0" err="1"/>
              <a:t>l’aventure</a:t>
            </a:r>
            <a:r>
              <a:rPr dirty="0"/>
              <a:t>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înée de condensation">
  <a:themeElements>
    <a:clrScheme name="Traînée de condensatio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Traînée de condensatio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aînée de condensatio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TM04033937[[fn=Traînée de condensation]]</Template>
  <TotalTime>21</TotalTime>
  <Words>489</Words>
  <Application>Microsoft Office PowerPoint</Application>
  <PresentationFormat>Affichage à l'écran 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Traînée de condensation</vt:lpstr>
      <vt:lpstr>Projet AfriZen – Nutrition personnalisée, Bien-être et Agroécologie locale</vt:lpstr>
      <vt:lpstr>Pourquoi AfriZen ?</vt:lpstr>
      <vt:lpstr>Nos objectifs</vt:lpstr>
      <vt:lpstr>À qui s’adresse AfriZen ?</vt:lpstr>
      <vt:lpstr>Un site complet et interactif</vt:lpstr>
      <vt:lpstr>Mon Profil Santé</vt:lpstr>
      <vt:lpstr>Valorisation de nos aliments</vt:lpstr>
      <vt:lpstr>Autonomie alimentaire à domicile</vt:lpstr>
      <vt:lpstr>Un espace forme et équilibre</vt:lpstr>
      <vt:lpstr>Marché local &amp; solidaire</vt:lpstr>
      <vt:lpstr>Un accès simple, une vision durable</vt:lpstr>
      <vt:lpstr>Trois jeunes femmes, une vision commune</vt:lpstr>
      <vt:lpstr>Et ensuite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moustapha gueye</cp:lastModifiedBy>
  <cp:revision>1</cp:revision>
  <dcterms:created xsi:type="dcterms:W3CDTF">2013-01-27T09:14:16Z</dcterms:created>
  <dcterms:modified xsi:type="dcterms:W3CDTF">2025-07-17T20:10:54Z</dcterms:modified>
  <cp:category/>
</cp:coreProperties>
</file>