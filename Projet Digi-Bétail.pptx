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19" r:id="rId1"/>
  </p:sldMasterIdLst>
  <p:sldIdLst>
    <p:sldId id="256" r:id="rId2"/>
    <p:sldId id="261" r:id="rId3"/>
    <p:sldId id="262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585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728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4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191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3427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950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34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213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13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859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830625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501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73110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536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8147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smtClean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49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smtClean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1766878-3199-4EAB-94E7-2D6D11070E1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69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A3F8DC-8B42-96FF-A5B1-AD60F5290F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Projet </a:t>
            </a:r>
            <a:r>
              <a:rPr lang="fr-FR" dirty="0" err="1"/>
              <a:t>Digi</a:t>
            </a:r>
            <a:r>
              <a:rPr lang="fr-FR" dirty="0"/>
              <a:t>-Bétail</a:t>
            </a:r>
            <a:br>
              <a:rPr lang="fr-FR" dirty="0"/>
            </a:b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FD04E1-6FC2-BB13-80F7-6567778E20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7427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DC9FAA-9E82-A814-5E10-7AC3BEAEF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 </a:t>
            </a:r>
            <a:r>
              <a:rPr lang="fr-FR" dirty="0" err="1"/>
              <a:t>Digi</a:t>
            </a:r>
            <a:r>
              <a:rPr lang="fr-FR" dirty="0"/>
              <a:t>-Bétail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143BFF-AF8E-0504-152A-5E5A08473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7235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6F2152-36AE-ADAD-BAAC-F903A6EB8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9A4D8F-904A-A70D-3FF4-EE8400B9C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7383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FF9F1C-7587-9ED0-08D1-8868B69B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4461BE-E173-9DE4-4187-6118272B1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5135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1E7772-1A20-37F7-A0FA-23575E01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B26022-A945-0DE2-1BF9-8D48D6076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7232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EDE633-C7B1-3DBF-FE3F-3E21466B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51BDF0-CFC8-4105-4F24-2B1475FF8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891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A0054-C82A-0BE5-0F9F-70B43A7CD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C7117B-0ABC-FF1E-144C-A296AB617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23738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</TotalTime>
  <Words>6</Words>
  <Application>Microsoft Office PowerPoint</Application>
  <PresentationFormat>Grand écran</PresentationFormat>
  <Paragraphs>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Facette</vt:lpstr>
      <vt:lpstr>Projet Digi-Bétail </vt:lpstr>
      <vt:lpstr>Projet Digi-Bétail 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moustapha gueye</dc:creator>
  <cp:lastModifiedBy>moustapha gueye</cp:lastModifiedBy>
  <cp:revision>1</cp:revision>
  <dcterms:created xsi:type="dcterms:W3CDTF">2025-06-28T12:38:11Z</dcterms:created>
  <dcterms:modified xsi:type="dcterms:W3CDTF">2025-06-28T22:30:29Z</dcterms:modified>
</cp:coreProperties>
</file>