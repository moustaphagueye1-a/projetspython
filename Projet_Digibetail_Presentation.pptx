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9" r:id="rId9"/>
    <p:sldId id="263" r:id="rId10"/>
    <p:sldId id="264" r:id="rId11"/>
    <p:sldId id="265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74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stapha gueye" userId="786fda4a440f9264" providerId="LiveId" clId="{FCA8C422-A088-4397-B7C7-12D40CB1B790}"/>
    <pc:docChg chg="undo redo custSel addSld delSld modSld sldOrd">
      <pc:chgData name="moustapha gueye" userId="786fda4a440f9264" providerId="LiveId" clId="{FCA8C422-A088-4397-B7C7-12D40CB1B790}" dt="2025-07-01T19:24:28.077" v="2462" actId="1076"/>
      <pc:docMkLst>
        <pc:docMk/>
      </pc:docMkLst>
      <pc:sldChg chg="addSp delSp modSp mod setBg">
        <pc:chgData name="moustapha gueye" userId="786fda4a440f9264" providerId="LiveId" clId="{FCA8C422-A088-4397-B7C7-12D40CB1B790}" dt="2025-06-29T16:32:11.852" v="2348" actId="313"/>
        <pc:sldMkLst>
          <pc:docMk/>
          <pc:sldMk cId="0" sldId="256"/>
        </pc:sldMkLst>
        <pc:spChg chg="mod ord">
          <ac:chgData name="moustapha gueye" userId="786fda4a440f9264" providerId="LiveId" clId="{FCA8C422-A088-4397-B7C7-12D40CB1B790}" dt="2025-06-29T16:32:11.852" v="2348" actId="3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6-28T22:06:28.890" v="328" actId="14100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6:30:02.269" v="2342" actId="1076"/>
          <ac:spMkLst>
            <pc:docMk/>
            <pc:sldMk cId="0" sldId="256"/>
            <ac:spMk id="6" creationId="{5EAE0044-BE87-AFD6-878B-4362EE841923}"/>
          </ac:spMkLst>
        </pc:spChg>
        <pc:spChg chg="add mod">
          <ac:chgData name="moustapha gueye" userId="786fda4a440f9264" providerId="LiveId" clId="{FCA8C422-A088-4397-B7C7-12D40CB1B790}" dt="2025-06-29T16:30:53.987" v="2347" actId="1076"/>
          <ac:spMkLst>
            <pc:docMk/>
            <pc:sldMk cId="0" sldId="256"/>
            <ac:spMk id="7" creationId="{9899A33E-8764-F000-A87B-53DDA57FF03A}"/>
          </ac:spMkLst>
        </pc:spChg>
      </pc:sldChg>
      <pc:sldChg chg="addSp modSp mod setBg">
        <pc:chgData name="moustapha gueye" userId="786fda4a440f9264" providerId="LiveId" clId="{FCA8C422-A088-4397-B7C7-12D40CB1B790}" dt="2025-06-29T17:19:15.765" v="2370" actId="1076"/>
        <pc:sldMkLst>
          <pc:docMk/>
          <pc:sldMk cId="0" sldId="257"/>
        </pc:sldMkLst>
        <pc:spChg chg="mod">
          <ac:chgData name="moustapha gueye" userId="786fda4a440f9264" providerId="LiveId" clId="{FCA8C422-A088-4397-B7C7-12D40CB1B790}" dt="2025-06-29T14:57:31.735" v="879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6-29T14:52:06.460" v="799" actId="1076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7:19:15.765" v="2370" actId="1076"/>
          <ac:spMkLst>
            <pc:docMk/>
            <pc:sldMk cId="0" sldId="257"/>
            <ac:spMk id="4" creationId="{FCE00113-A705-B5D6-0725-A1D70714562B}"/>
          </ac:spMkLst>
        </pc:spChg>
      </pc:sldChg>
      <pc:sldChg chg="addSp delSp modSp add del mod setBg">
        <pc:chgData name="moustapha gueye" userId="786fda4a440f9264" providerId="LiveId" clId="{FCA8C422-A088-4397-B7C7-12D40CB1B790}" dt="2025-07-01T19:24:28.077" v="2462" actId="1076"/>
        <pc:sldMkLst>
          <pc:docMk/>
          <pc:sldMk cId="0" sldId="258"/>
        </pc:sldMkLst>
        <pc:spChg chg="mod">
          <ac:chgData name="moustapha gueye" userId="786fda4a440f9264" providerId="LiveId" clId="{FCA8C422-A088-4397-B7C7-12D40CB1B790}" dt="2025-07-01T19:24:04.152" v="2458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6-29T15:54:57.674" v="1892" actId="404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7-01T19:24:21.116" v="2461" actId="1076"/>
          <ac:spMkLst>
            <pc:docMk/>
            <pc:sldMk cId="0" sldId="258"/>
            <ac:spMk id="7" creationId="{7E6EDE0A-F893-E232-E3B4-3F80B9A53B4A}"/>
          </ac:spMkLst>
        </pc:spChg>
        <pc:spChg chg="add mod">
          <ac:chgData name="moustapha gueye" userId="786fda4a440f9264" providerId="LiveId" clId="{FCA8C422-A088-4397-B7C7-12D40CB1B790}" dt="2025-07-01T19:24:28.077" v="2462" actId="1076"/>
          <ac:spMkLst>
            <pc:docMk/>
            <pc:sldMk cId="0" sldId="258"/>
            <ac:spMk id="8" creationId="{FF537E2F-F648-B89A-FB08-692C0566DB77}"/>
          </ac:spMkLst>
        </pc:spChg>
        <pc:spChg chg="add mod">
          <ac:chgData name="moustapha gueye" userId="786fda4a440f9264" providerId="LiveId" clId="{FCA8C422-A088-4397-B7C7-12D40CB1B790}" dt="2025-06-29T15:55:15.043" v="1893" actId="313"/>
          <ac:spMkLst>
            <pc:docMk/>
            <pc:sldMk cId="0" sldId="258"/>
            <ac:spMk id="10" creationId="{4925D389-C510-BCBE-7FB7-F70FA5008C65}"/>
          </ac:spMkLst>
        </pc:spChg>
        <pc:spChg chg="add mod">
          <ac:chgData name="moustapha gueye" userId="786fda4a440f9264" providerId="LiveId" clId="{FCA8C422-A088-4397-B7C7-12D40CB1B790}" dt="2025-06-29T15:55:37.510" v="1895" actId="313"/>
          <ac:spMkLst>
            <pc:docMk/>
            <pc:sldMk cId="0" sldId="258"/>
            <ac:spMk id="11" creationId="{75BE532A-9F7A-E5C9-FE16-60A299FE7808}"/>
          </ac:spMkLst>
        </pc:spChg>
        <pc:picChg chg="add mod">
          <ac:chgData name="moustapha gueye" userId="786fda4a440f9264" providerId="LiveId" clId="{FCA8C422-A088-4397-B7C7-12D40CB1B790}" dt="2025-06-29T15:31:40.438" v="1374" actId="1076"/>
          <ac:picMkLst>
            <pc:docMk/>
            <pc:sldMk cId="0" sldId="258"/>
            <ac:picMk id="1026" creationId="{B87D86D7-81AA-DFAC-6212-380EA815B235}"/>
          </ac:picMkLst>
        </pc:picChg>
        <pc:picChg chg="add mod">
          <ac:chgData name="moustapha gueye" userId="786fda4a440f9264" providerId="LiveId" clId="{FCA8C422-A088-4397-B7C7-12D40CB1B790}" dt="2025-06-29T15:31:46.225" v="1376" actId="14100"/>
          <ac:picMkLst>
            <pc:docMk/>
            <pc:sldMk cId="0" sldId="258"/>
            <ac:picMk id="1028" creationId="{4F261FB4-DBE4-179C-D0C2-18D92EA27953}"/>
          </ac:picMkLst>
        </pc:picChg>
      </pc:sldChg>
      <pc:sldChg chg="addSp delSp modSp mod setBg">
        <pc:chgData name="moustapha gueye" userId="786fda4a440f9264" providerId="LiveId" clId="{FCA8C422-A088-4397-B7C7-12D40CB1B790}" dt="2025-06-29T17:11:47.936" v="2369" actId="1076"/>
        <pc:sldMkLst>
          <pc:docMk/>
          <pc:sldMk cId="0" sldId="259"/>
        </pc:sldMkLst>
        <pc:spChg chg="mod">
          <ac:chgData name="moustapha gueye" userId="786fda4a440f9264" providerId="LiveId" clId="{FCA8C422-A088-4397-B7C7-12D40CB1B790}" dt="2025-06-29T16:33:59.144" v="2357" actId="20577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7:11:47.936" v="2369" actId="1076"/>
          <ac:spMkLst>
            <pc:docMk/>
            <pc:sldMk cId="0" sldId="259"/>
            <ac:spMk id="4" creationId="{2358129B-4436-66D8-5B7B-B8D833722A9B}"/>
          </ac:spMkLst>
        </pc:spChg>
        <pc:spChg chg="add mod">
          <ac:chgData name="moustapha gueye" userId="786fda4a440f9264" providerId="LiveId" clId="{FCA8C422-A088-4397-B7C7-12D40CB1B790}" dt="2025-06-29T15:10:06.588" v="1056" actId="14100"/>
          <ac:spMkLst>
            <pc:docMk/>
            <pc:sldMk cId="0" sldId="259"/>
            <ac:spMk id="6" creationId="{D696FDA1-49AA-F611-818A-6A70FC62766F}"/>
          </ac:spMkLst>
        </pc:spChg>
        <pc:spChg chg="add mod">
          <ac:chgData name="moustapha gueye" userId="786fda4a440f9264" providerId="LiveId" clId="{FCA8C422-A088-4397-B7C7-12D40CB1B790}" dt="2025-06-29T15:13:11.649" v="1073" actId="14100"/>
          <ac:spMkLst>
            <pc:docMk/>
            <pc:sldMk cId="0" sldId="259"/>
            <ac:spMk id="7" creationId="{75AA043B-0804-BF45-B1B5-B8C461D3F034}"/>
          </ac:spMkLst>
        </pc:spChg>
        <pc:spChg chg="add mod">
          <ac:chgData name="moustapha gueye" userId="786fda4a440f9264" providerId="LiveId" clId="{FCA8C422-A088-4397-B7C7-12D40CB1B790}" dt="2025-06-29T15:14:19.808" v="1099" actId="207"/>
          <ac:spMkLst>
            <pc:docMk/>
            <pc:sldMk cId="0" sldId="259"/>
            <ac:spMk id="8" creationId="{68A6A9F2-DEF2-3E14-B65E-CF46E6D378B5}"/>
          </ac:spMkLst>
        </pc:spChg>
        <pc:picChg chg="add mod">
          <ac:chgData name="moustapha gueye" userId="786fda4a440f9264" providerId="LiveId" clId="{FCA8C422-A088-4397-B7C7-12D40CB1B790}" dt="2025-06-29T17:11:44.242" v="2368" actId="1076"/>
          <ac:picMkLst>
            <pc:docMk/>
            <pc:sldMk cId="0" sldId="259"/>
            <ac:picMk id="2050" creationId="{D91179C7-4F74-53E2-7B92-853425D21ECA}"/>
          </ac:picMkLst>
        </pc:picChg>
      </pc:sldChg>
      <pc:sldChg chg="addSp modSp mod ord setBg">
        <pc:chgData name="moustapha gueye" userId="786fda4a440f9264" providerId="LiveId" clId="{FCA8C422-A088-4397-B7C7-12D40CB1B790}" dt="2025-06-29T15:46:55.247" v="1730"/>
        <pc:sldMkLst>
          <pc:docMk/>
          <pc:sldMk cId="0" sldId="260"/>
        </pc:sldMkLst>
        <pc:spChg chg="mod">
          <ac:chgData name="moustapha gueye" userId="786fda4a440f9264" providerId="LiveId" clId="{FCA8C422-A088-4397-B7C7-12D40CB1B790}" dt="2025-06-29T15:34:36.023" v="1395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6-29T15:39:11.753" v="1649" actId="403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5:35:25.491" v="1405" actId="14100"/>
          <ac:spMkLst>
            <pc:docMk/>
            <pc:sldMk cId="0" sldId="260"/>
            <ac:spMk id="4" creationId="{981093FA-33C0-BAA9-7DC5-135967D0F3FE}"/>
          </ac:spMkLst>
        </pc:spChg>
        <pc:spChg chg="add mod">
          <ac:chgData name="moustapha gueye" userId="786fda4a440f9264" providerId="LiveId" clId="{FCA8C422-A088-4397-B7C7-12D40CB1B790}" dt="2025-06-29T15:36:49.963" v="1575" actId="207"/>
          <ac:spMkLst>
            <pc:docMk/>
            <pc:sldMk cId="0" sldId="260"/>
            <ac:spMk id="5" creationId="{61B63098-2EE2-EBE8-BEBD-66032A53228F}"/>
          </ac:spMkLst>
        </pc:spChg>
      </pc:sldChg>
      <pc:sldChg chg="addSp modSp mod ord setBg">
        <pc:chgData name="moustapha gueye" userId="786fda4a440f9264" providerId="LiveId" clId="{FCA8C422-A088-4397-B7C7-12D40CB1B790}" dt="2025-07-01T10:37:50.734" v="2456" actId="20577"/>
        <pc:sldMkLst>
          <pc:docMk/>
          <pc:sldMk cId="0" sldId="261"/>
        </pc:sldMkLst>
        <pc:spChg chg="mod">
          <ac:chgData name="moustapha gueye" userId="786fda4a440f9264" providerId="LiveId" clId="{FCA8C422-A088-4397-B7C7-12D40CB1B790}" dt="2025-06-29T16:14:33.627" v="2161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7-01T10:37:50.734" v="2456" actId="20577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6:15:01.339" v="2165" actId="2085"/>
          <ac:spMkLst>
            <pc:docMk/>
            <pc:sldMk cId="0" sldId="261"/>
            <ac:spMk id="4" creationId="{A3536390-D82F-BD12-9AD1-5A869267DFE4}"/>
          </ac:spMkLst>
        </pc:spChg>
        <pc:spChg chg="add mod">
          <ac:chgData name="moustapha gueye" userId="786fda4a440f9264" providerId="LiveId" clId="{FCA8C422-A088-4397-B7C7-12D40CB1B790}" dt="2025-06-29T16:16:13.730" v="2207" actId="404"/>
          <ac:spMkLst>
            <pc:docMk/>
            <pc:sldMk cId="0" sldId="261"/>
            <ac:spMk id="5" creationId="{CF0330CF-4595-0897-F0BB-6FF0068D8647}"/>
          </ac:spMkLst>
        </pc:spChg>
      </pc:sldChg>
      <pc:sldChg chg="addSp modSp mod setBg">
        <pc:chgData name="moustapha gueye" userId="786fda4a440f9264" providerId="LiveId" clId="{FCA8C422-A088-4397-B7C7-12D40CB1B790}" dt="2025-06-29T15:18:56.270" v="1167" actId="2085"/>
        <pc:sldMkLst>
          <pc:docMk/>
          <pc:sldMk cId="0" sldId="262"/>
        </pc:sldMkLst>
        <pc:spChg chg="mod">
          <ac:chgData name="moustapha gueye" userId="786fda4a440f9264" providerId="LiveId" clId="{FCA8C422-A088-4397-B7C7-12D40CB1B790}" dt="2025-06-29T15:15:54.315" v="1117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6-29T15:16:32.896" v="1124" actId="1076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5:16:47.796" v="1126" actId="14100"/>
          <ac:spMkLst>
            <pc:docMk/>
            <pc:sldMk cId="0" sldId="262"/>
            <ac:spMk id="4" creationId="{B4456F58-AC66-A8FC-CC6B-F5820DC57417}"/>
          </ac:spMkLst>
        </pc:spChg>
        <pc:spChg chg="add mod">
          <ac:chgData name="moustapha gueye" userId="786fda4a440f9264" providerId="LiveId" clId="{FCA8C422-A088-4397-B7C7-12D40CB1B790}" dt="2025-06-29T15:18:07.031" v="1161" actId="404"/>
          <ac:spMkLst>
            <pc:docMk/>
            <pc:sldMk cId="0" sldId="262"/>
            <ac:spMk id="5" creationId="{9A89F580-6812-1A8D-E03C-E46B8BE514E8}"/>
          </ac:spMkLst>
        </pc:spChg>
        <pc:spChg chg="add mod">
          <ac:chgData name="moustapha gueye" userId="786fda4a440f9264" providerId="LiveId" clId="{FCA8C422-A088-4397-B7C7-12D40CB1B790}" dt="2025-06-29T15:18:56.270" v="1167" actId="2085"/>
          <ac:spMkLst>
            <pc:docMk/>
            <pc:sldMk cId="0" sldId="262"/>
            <ac:spMk id="6" creationId="{73F10CA2-E3D2-E596-F423-A0220DF3BEAB}"/>
          </ac:spMkLst>
        </pc:spChg>
        <pc:picChg chg="add mod">
          <ac:chgData name="moustapha gueye" userId="786fda4a440f9264" providerId="LiveId" clId="{FCA8C422-A088-4397-B7C7-12D40CB1B790}" dt="2025-06-29T15:16:28.228" v="1123" actId="1076"/>
          <ac:picMkLst>
            <pc:docMk/>
            <pc:sldMk cId="0" sldId="262"/>
            <ac:picMk id="3074" creationId="{4A7321A0-1EA2-8B5B-6B87-D35430F31821}"/>
          </ac:picMkLst>
        </pc:picChg>
      </pc:sldChg>
      <pc:sldChg chg="addSp modSp mod setBg">
        <pc:chgData name="moustapha gueye" userId="786fda4a440f9264" providerId="LiveId" clId="{FCA8C422-A088-4397-B7C7-12D40CB1B790}" dt="2025-06-29T16:08:07.264" v="2073" actId="404"/>
        <pc:sldMkLst>
          <pc:docMk/>
          <pc:sldMk cId="0" sldId="263"/>
        </pc:sldMkLst>
        <pc:spChg chg="mod">
          <ac:chgData name="moustapha gueye" userId="786fda4a440f9264" providerId="LiveId" clId="{FCA8C422-A088-4397-B7C7-12D40CB1B790}" dt="2025-06-29T16:06:43.534" v="2039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6-28T22:27:56.258" v="560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6:07:06.707" v="2043" actId="2085"/>
          <ac:spMkLst>
            <pc:docMk/>
            <pc:sldMk cId="0" sldId="263"/>
            <ac:spMk id="4" creationId="{1C3600B4-4BC4-749A-5D32-FDB135C30E18}"/>
          </ac:spMkLst>
        </pc:spChg>
        <pc:spChg chg="add mod">
          <ac:chgData name="moustapha gueye" userId="786fda4a440f9264" providerId="LiveId" clId="{FCA8C422-A088-4397-B7C7-12D40CB1B790}" dt="2025-06-29T16:08:07.264" v="2073" actId="404"/>
          <ac:spMkLst>
            <pc:docMk/>
            <pc:sldMk cId="0" sldId="263"/>
            <ac:spMk id="5" creationId="{95CEBAC2-3DDE-26EF-B15A-5DA3A0797C6B}"/>
          </ac:spMkLst>
        </pc:spChg>
      </pc:sldChg>
      <pc:sldChg chg="addSp modSp mod setBg">
        <pc:chgData name="moustapha gueye" userId="786fda4a440f9264" providerId="LiveId" clId="{FCA8C422-A088-4397-B7C7-12D40CB1B790}" dt="2025-06-29T16:10:09.077" v="2140" actId="404"/>
        <pc:sldMkLst>
          <pc:docMk/>
          <pc:sldMk cId="0" sldId="264"/>
        </pc:sldMkLst>
        <pc:spChg chg="mod">
          <ac:chgData name="moustapha gueye" userId="786fda4a440f9264" providerId="LiveId" clId="{FCA8C422-A088-4397-B7C7-12D40CB1B790}" dt="2025-06-29T16:08:30.481" v="209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6-28T22:27:56.258" v="56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6:08:54.370" v="2100" actId="2085"/>
          <ac:spMkLst>
            <pc:docMk/>
            <pc:sldMk cId="0" sldId="264"/>
            <ac:spMk id="4" creationId="{DA86CC04-F85B-3567-8CAB-5B87547DFE59}"/>
          </ac:spMkLst>
        </pc:spChg>
        <pc:spChg chg="add mod">
          <ac:chgData name="moustapha gueye" userId="786fda4a440f9264" providerId="LiveId" clId="{FCA8C422-A088-4397-B7C7-12D40CB1B790}" dt="2025-06-29T16:10:09.077" v="2140" actId="404"/>
          <ac:spMkLst>
            <pc:docMk/>
            <pc:sldMk cId="0" sldId="264"/>
            <ac:spMk id="5" creationId="{49720778-B852-399C-B40B-C248D263C535}"/>
          </ac:spMkLst>
        </pc:spChg>
      </pc:sldChg>
      <pc:sldChg chg="addSp delSp modSp mod ord setBg">
        <pc:chgData name="moustapha gueye" userId="786fda4a440f9264" providerId="LiveId" clId="{FCA8C422-A088-4397-B7C7-12D40CB1B790}" dt="2025-06-29T16:01:33.717" v="1904"/>
        <pc:sldMkLst>
          <pc:docMk/>
          <pc:sldMk cId="0" sldId="265"/>
        </pc:sldMkLst>
        <pc:spChg chg="mod">
          <ac:chgData name="moustapha gueye" userId="786fda4a440f9264" providerId="LiveId" clId="{FCA8C422-A088-4397-B7C7-12D40CB1B790}" dt="2025-06-29T15:26:53.543" v="1328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moustapha gueye" userId="786fda4a440f9264" providerId="LiveId" clId="{FCA8C422-A088-4397-B7C7-12D40CB1B790}" dt="2025-06-29T14:49:04.973" v="791" actId="1076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moustapha gueye" userId="786fda4a440f9264" providerId="LiveId" clId="{FCA8C422-A088-4397-B7C7-12D40CB1B790}" dt="2025-06-29T15:27:29.067" v="1333" actId="2085"/>
          <ac:spMkLst>
            <pc:docMk/>
            <pc:sldMk cId="0" sldId="265"/>
            <ac:spMk id="4" creationId="{C6EF03DF-72B1-DCF2-5019-FDF60CB42E48}"/>
          </ac:spMkLst>
        </pc:spChg>
        <pc:spChg chg="add mod">
          <ac:chgData name="moustapha gueye" userId="786fda4a440f9264" providerId="LiveId" clId="{FCA8C422-A088-4397-B7C7-12D40CB1B790}" dt="2025-06-29T15:43:04.247" v="1654" actId="207"/>
          <ac:spMkLst>
            <pc:docMk/>
            <pc:sldMk cId="0" sldId="265"/>
            <ac:spMk id="5" creationId="{938DEFB3-6452-06AA-BC81-A700769C655D}"/>
          </ac:spMkLst>
        </pc:spChg>
        <pc:picChg chg="add mod">
          <ac:chgData name="moustapha gueye" userId="786fda4a440f9264" providerId="LiveId" clId="{FCA8C422-A088-4397-B7C7-12D40CB1B790}" dt="2025-06-29T14:48:26.561" v="784" actId="1076"/>
          <ac:picMkLst>
            <pc:docMk/>
            <pc:sldMk cId="0" sldId="265"/>
            <ac:picMk id="4100" creationId="{C4BDF601-AC91-CBF6-8A01-A9123E3FEF29}"/>
          </ac:picMkLst>
        </pc:picChg>
      </pc:sldChg>
      <pc:sldChg chg="modSp new del ord">
        <pc:chgData name="moustapha gueye" userId="786fda4a440f9264" providerId="LiveId" clId="{FCA8C422-A088-4397-B7C7-12D40CB1B790}" dt="2025-06-28T22:05:41.459" v="322" actId="2696"/>
        <pc:sldMkLst>
          <pc:docMk/>
          <pc:sldMk cId="1530453253" sldId="266"/>
        </pc:sldMkLst>
      </pc:sldChg>
      <pc:sldChg chg="new del">
        <pc:chgData name="moustapha gueye" userId="786fda4a440f9264" providerId="LiveId" clId="{FCA8C422-A088-4397-B7C7-12D40CB1B790}" dt="2025-06-28T22:03:50.979" v="297" actId="2696"/>
        <pc:sldMkLst>
          <pc:docMk/>
          <pc:sldMk cId="1852787886" sldId="267"/>
        </pc:sldMkLst>
      </pc:sldChg>
      <pc:sldChg chg="addSp delSp modSp new mod ord setBg">
        <pc:chgData name="moustapha gueye" userId="786fda4a440f9264" providerId="LiveId" clId="{FCA8C422-A088-4397-B7C7-12D40CB1B790}" dt="2025-07-01T10:34:11.255" v="2415" actId="20577"/>
        <pc:sldMkLst>
          <pc:docMk/>
          <pc:sldMk cId="918698596" sldId="268"/>
        </pc:sldMkLst>
        <pc:spChg chg="add mod">
          <ac:chgData name="moustapha gueye" userId="786fda4a440f9264" providerId="LiveId" clId="{FCA8C422-A088-4397-B7C7-12D40CB1B790}" dt="2025-06-29T15:20:33.728" v="1192" actId="2711"/>
          <ac:spMkLst>
            <pc:docMk/>
            <pc:sldMk cId="918698596" sldId="268"/>
            <ac:spMk id="4" creationId="{DD743E02-C5E7-CCCF-8171-CF54B27050A0}"/>
          </ac:spMkLst>
        </pc:spChg>
        <pc:spChg chg="add mod">
          <ac:chgData name="moustapha gueye" userId="786fda4a440f9264" providerId="LiveId" clId="{FCA8C422-A088-4397-B7C7-12D40CB1B790}" dt="2025-06-29T15:24:17.626" v="1273" actId="207"/>
          <ac:spMkLst>
            <pc:docMk/>
            <pc:sldMk cId="918698596" sldId="268"/>
            <ac:spMk id="5" creationId="{B305A9F4-E311-123F-9494-39DCA43E7031}"/>
          </ac:spMkLst>
        </pc:spChg>
        <pc:spChg chg="add mod">
          <ac:chgData name="moustapha gueye" userId="786fda4a440f9264" providerId="LiveId" clId="{FCA8C422-A088-4397-B7C7-12D40CB1B790}" dt="2025-07-01T10:34:11.255" v="2415" actId="20577"/>
          <ac:spMkLst>
            <pc:docMk/>
            <pc:sldMk cId="918698596" sldId="268"/>
            <ac:spMk id="6" creationId="{32492859-A604-0BEF-A6A9-0F6F094C9610}"/>
          </ac:spMkLst>
        </pc:spChg>
        <pc:spChg chg="add mod">
          <ac:chgData name="moustapha gueye" userId="786fda4a440f9264" providerId="LiveId" clId="{FCA8C422-A088-4397-B7C7-12D40CB1B790}" dt="2025-06-29T16:04:30.271" v="1973" actId="1076"/>
          <ac:spMkLst>
            <pc:docMk/>
            <pc:sldMk cId="918698596" sldId="268"/>
            <ac:spMk id="7" creationId="{375914A4-7B8F-0299-9B7D-92858B94AFF6}"/>
          </ac:spMkLst>
        </pc:spChg>
      </pc:sldChg>
      <pc:sldChg chg="addSp modSp add mod">
        <pc:chgData name="moustapha gueye" userId="786fda4a440f9264" providerId="LiveId" clId="{FCA8C422-A088-4397-B7C7-12D40CB1B790}" dt="2025-06-29T16:06:26.137" v="2022" actId="2711"/>
        <pc:sldMkLst>
          <pc:docMk/>
          <pc:sldMk cId="814144418" sldId="269"/>
        </pc:sldMkLst>
        <pc:spChg chg="mod">
          <ac:chgData name="moustapha gueye" userId="786fda4a440f9264" providerId="LiveId" clId="{FCA8C422-A088-4397-B7C7-12D40CB1B790}" dt="2025-06-29T16:05:08.125" v="1989" actId="20577"/>
          <ac:spMkLst>
            <pc:docMk/>
            <pc:sldMk cId="814144418" sldId="269"/>
            <ac:spMk id="2" creationId="{54733000-7AC7-CE8D-4824-A7F3ED1BDD12}"/>
          </ac:spMkLst>
        </pc:spChg>
        <pc:spChg chg="mod">
          <ac:chgData name="moustapha gueye" userId="786fda4a440f9264" providerId="LiveId" clId="{FCA8C422-A088-4397-B7C7-12D40CB1B790}" dt="2025-06-29T15:46:22.941" v="1728" actId="20577"/>
          <ac:spMkLst>
            <pc:docMk/>
            <pc:sldMk cId="814144418" sldId="269"/>
            <ac:spMk id="3" creationId="{7532D5C3-B26B-3AFC-5407-14BBC66D0FEF}"/>
          </ac:spMkLst>
        </pc:spChg>
        <pc:spChg chg="add mod">
          <ac:chgData name="moustapha gueye" userId="786fda4a440f9264" providerId="LiveId" clId="{FCA8C422-A088-4397-B7C7-12D40CB1B790}" dt="2025-06-29T16:05:34.194" v="1994" actId="2085"/>
          <ac:spMkLst>
            <pc:docMk/>
            <pc:sldMk cId="814144418" sldId="269"/>
            <ac:spMk id="4" creationId="{4B73D00A-383A-62F2-CCA0-F58FDD64A88F}"/>
          </ac:spMkLst>
        </pc:spChg>
        <pc:spChg chg="add mod">
          <ac:chgData name="moustapha gueye" userId="786fda4a440f9264" providerId="LiveId" clId="{FCA8C422-A088-4397-B7C7-12D40CB1B790}" dt="2025-06-29T16:06:26.137" v="2022" actId="2711"/>
          <ac:spMkLst>
            <pc:docMk/>
            <pc:sldMk cId="814144418" sldId="269"/>
            <ac:spMk id="5" creationId="{64DB9E87-C83D-F4B7-97D5-7F07F8A2B8BD}"/>
          </ac:spMkLst>
        </pc:spChg>
      </pc:sldChg>
      <pc:sldChg chg="add del">
        <pc:chgData name="moustapha gueye" userId="786fda4a440f9264" providerId="LiveId" clId="{FCA8C422-A088-4397-B7C7-12D40CB1B790}" dt="2025-06-28T22:30:15.759" v="571" actId="2890"/>
        <pc:sldMkLst>
          <pc:docMk/>
          <pc:sldMk cId="1808798942" sldId="269"/>
        </pc:sldMkLst>
      </pc:sldChg>
      <pc:sldChg chg="new del">
        <pc:chgData name="moustapha gueye" userId="786fda4a440f9264" providerId="LiveId" clId="{FCA8C422-A088-4397-B7C7-12D40CB1B790}" dt="2025-06-29T15:33:25.842" v="1382" actId="680"/>
        <pc:sldMkLst>
          <pc:docMk/>
          <pc:sldMk cId="3524503951" sldId="269"/>
        </pc:sldMkLst>
      </pc:sldChg>
      <pc:sldChg chg="new del">
        <pc:chgData name="moustapha gueye" userId="786fda4a440f9264" providerId="LiveId" clId="{FCA8C422-A088-4397-B7C7-12D40CB1B790}" dt="2025-07-01T10:33:35.398" v="2395" actId="680"/>
        <pc:sldMkLst>
          <pc:docMk/>
          <pc:sldMk cId="2746973906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DF669-110E-48FB-BCF9-03F6813B6073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0275B-1B2D-4628-AD66-7A5A7EF18F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3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0275B-1B2D-4628-AD66-7A5A7EF18F3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494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9832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99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27079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3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682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99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4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8923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437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25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3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8538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938758" y="3927566"/>
            <a:ext cx="7633742" cy="45719"/>
          </a:xfrm>
        </p:spPr>
        <p:txBody>
          <a:bodyPr>
            <a:normAutofit fontScale="25000" lnSpcReduction="20000"/>
          </a:bodyPr>
          <a:lstStyle/>
          <a:p>
            <a:r>
              <a:rPr dirty="0"/>
              <a:t>Une plateforme digitale intelligente pour moderniser l’élevage au Sénégal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AE0044-BE87-AFD6-878B-4362EE841923}"/>
              </a:ext>
            </a:extLst>
          </p:cNvPr>
          <p:cNvSpPr/>
          <p:nvPr/>
        </p:nvSpPr>
        <p:spPr>
          <a:xfrm>
            <a:off x="2286000" y="4229100"/>
            <a:ext cx="5651500" cy="24003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700" y="2720339"/>
            <a:ext cx="8488271" cy="1230086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7200" dirty="0"/>
            </a:br>
            <a:r>
              <a:rPr sz="9800" b="1" dirty="0">
                <a:latin typeface="Arial Black" panose="020B0A04020102020204" pitchFamily="34" charset="0"/>
              </a:rPr>
              <a:t> </a:t>
            </a:r>
            <a:br>
              <a:rPr lang="fr-FR" sz="9800" b="1" dirty="0">
                <a:latin typeface="Arial Black" panose="020B0A04020102020204" pitchFamily="34" charset="0"/>
              </a:rPr>
            </a:br>
            <a:r>
              <a:rPr sz="7300" b="1" dirty="0">
                <a:latin typeface="Arial Black" panose="020B0A04020102020204" pitchFamily="34" charset="0"/>
              </a:rPr>
              <a:t>Digi-Bétail</a:t>
            </a:r>
            <a:br>
              <a:rPr lang="fr-FR" sz="7300" b="1" dirty="0">
                <a:latin typeface="Arial Black" panose="020B0A04020102020204" pitchFamily="34" charset="0"/>
              </a:rPr>
            </a:br>
            <a:r>
              <a:rPr lang="fr-FR" sz="2200" b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Futur de L’Elevage au Sénégal</a:t>
            </a:r>
            <a:endParaRPr sz="7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99A33E-8764-F000-A87B-53DDA57FF03A}"/>
              </a:ext>
            </a:extLst>
          </p:cNvPr>
          <p:cNvSpPr/>
          <p:nvPr/>
        </p:nvSpPr>
        <p:spPr>
          <a:xfrm>
            <a:off x="2032000" y="228600"/>
            <a:ext cx="5080000" cy="13690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1429167" y="1601054"/>
            <a:ext cx="6452640" cy="740229"/>
          </a:xfrm>
        </p:spPr>
        <p:txBody>
          <a:bodyPr>
            <a:no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          Digi-Betail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415" y="2906487"/>
            <a:ext cx="7633742" cy="3593591"/>
          </a:xfrm>
        </p:spPr>
        <p:txBody>
          <a:bodyPr/>
          <a:lstStyle/>
          <a:p>
            <a:r>
              <a:rPr dirty="0"/>
              <a:t>Plateforme web, mobile et USSD/SMS pour digitaliser l’élevage.</a:t>
            </a:r>
          </a:p>
          <a:p>
            <a:r>
              <a:rPr dirty="0"/>
              <a:t>- Vente à distance</a:t>
            </a:r>
          </a:p>
          <a:p>
            <a:r>
              <a:rPr dirty="0"/>
              <a:t>- Soins vétérinaires</a:t>
            </a:r>
          </a:p>
          <a:p>
            <a:r>
              <a:rPr dirty="0"/>
              <a:t>- Foires virtuelles</a:t>
            </a:r>
          </a:p>
          <a:p>
            <a:r>
              <a:rPr dirty="0"/>
              <a:t>- Inclusion zones rurales</a:t>
            </a:r>
          </a:p>
          <a:p>
            <a:r>
              <a:rPr dirty="0"/>
              <a:t>Objectif : modernisation, réduction des pertes, augmentation des revenus.</a:t>
            </a:r>
          </a:p>
        </p:txBody>
      </p:sp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FCE00113-A705-B5D6-0725-A1D70714562B}"/>
              </a:ext>
            </a:extLst>
          </p:cNvPr>
          <p:cNvSpPr/>
          <p:nvPr/>
        </p:nvSpPr>
        <p:spPr>
          <a:xfrm>
            <a:off x="1429167" y="218994"/>
            <a:ext cx="6452642" cy="1099457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800" b="1" dirty="0">
                <a:solidFill>
                  <a:schemeClr val="tx2"/>
                </a:solidFill>
                <a:latin typeface="Arial Black" panose="020B0A04020102020204" pitchFamily="34" charset="0"/>
              </a:rPr>
              <a:t>Résumé exécutif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546100"/>
            <a:ext cx="6541542" cy="45719"/>
          </a:xfrm>
          <a:noFill/>
        </p:spPr>
        <p:txBody>
          <a:bodyPr>
            <a:normAutofit fontScale="90000"/>
          </a:bodyPr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929" y="2057092"/>
            <a:ext cx="7151142" cy="81331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dirty="0"/>
          </a:p>
          <a:p>
            <a:r>
              <a:rPr sz="8000" b="1" dirty="0">
                <a:solidFill>
                  <a:schemeClr val="tx2"/>
                </a:solidFill>
                <a:latin typeface="Arial Black" panose="020B0A04020102020204" pitchFamily="34" charset="0"/>
              </a:rPr>
              <a:t>- Fracture numérique</a:t>
            </a:r>
          </a:p>
          <a:p>
            <a:r>
              <a:rPr sz="8000" b="1" dirty="0">
                <a:solidFill>
                  <a:schemeClr val="tx2"/>
                </a:solidFill>
                <a:latin typeface="Arial Black" panose="020B0A04020102020204" pitchFamily="34" charset="0"/>
              </a:rPr>
              <a:t>Besoin : plateforme centralisée et intelligente</a:t>
            </a:r>
            <a:r>
              <a:rPr dirty="0"/>
              <a:t>.</a:t>
            </a:r>
          </a:p>
        </p:txBody>
      </p:sp>
      <p:pic>
        <p:nvPicPr>
          <p:cNvPr id="1026" name="Picture 2" descr="Un système pastoral d'alerte au Sénégal - AVSF - Agronomes &amp; vétérinaires  sans frontières">
            <a:extLst>
              <a:ext uri="{FF2B5EF4-FFF2-40B4-BE49-F238E27FC236}">
                <a16:creationId xmlns:a16="http://schemas.microsoft.com/office/drawing/2014/main" id="{B87D86D7-81AA-DFAC-6212-380EA815B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28" y="3708809"/>
            <a:ext cx="3390901" cy="189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atomie d'un projet de professionnalisation des paraprofessionnels  vétérinaires en Afrique de l'Ouest – Réseau-FAR">
            <a:extLst>
              <a:ext uri="{FF2B5EF4-FFF2-40B4-BE49-F238E27FC236}">
                <a16:creationId xmlns:a16="http://schemas.microsoft.com/office/drawing/2014/main" id="{4F261FB4-DBE4-179C-D0C2-18D92EA27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3708809"/>
            <a:ext cx="3503839" cy="189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6EDE0A-F893-E232-E3B4-3F80B9A53B4A}"/>
              </a:ext>
            </a:extLst>
          </p:cNvPr>
          <p:cNvSpPr/>
          <p:nvPr/>
        </p:nvSpPr>
        <p:spPr>
          <a:xfrm>
            <a:off x="938759" y="525778"/>
            <a:ext cx="6541541" cy="13644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Organigramme : Terminateur 7">
            <a:extLst>
              <a:ext uri="{FF2B5EF4-FFF2-40B4-BE49-F238E27FC236}">
                <a16:creationId xmlns:a16="http://schemas.microsoft.com/office/drawing/2014/main" id="{FF537E2F-F648-B89A-FB08-692C0566DB77}"/>
              </a:ext>
            </a:extLst>
          </p:cNvPr>
          <p:cNvSpPr/>
          <p:nvPr/>
        </p:nvSpPr>
        <p:spPr>
          <a:xfrm>
            <a:off x="1054099" y="358897"/>
            <a:ext cx="7151142" cy="1251782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5400" b="1" dirty="0">
                <a:solidFill>
                  <a:schemeClr val="tx2"/>
                </a:solidFill>
                <a:latin typeface="Arial Black" panose="020B0A04020102020204" pitchFamily="34" charset="0"/>
              </a:rPr>
              <a:t>PROBLEMES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925D389-C510-BCBE-7FB7-F70FA5008C65}"/>
              </a:ext>
            </a:extLst>
          </p:cNvPr>
          <p:cNvSpPr txBox="1"/>
          <p:nvPr/>
        </p:nvSpPr>
        <p:spPr>
          <a:xfrm>
            <a:off x="1186929" y="5740400"/>
            <a:ext cx="338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Déplacement couteux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BE532A-9F7A-E5C9-FE16-60A299FE7808}"/>
              </a:ext>
            </a:extLst>
          </p:cNvPr>
          <p:cNvSpPr txBox="1"/>
          <p:nvPr/>
        </p:nvSpPr>
        <p:spPr>
          <a:xfrm>
            <a:off x="5422899" y="5740400"/>
            <a:ext cx="4114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tx2"/>
                </a:solidFill>
                <a:latin typeface="Arial Black" panose="020B0A04020102020204" pitchFamily="34" charset="0"/>
              </a:rPr>
              <a:t>Absence de soins vétérinaires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701" y="1687288"/>
            <a:ext cx="4090442" cy="4430484"/>
          </a:xfrm>
        </p:spPr>
        <p:txBody>
          <a:bodyPr>
            <a:normAutofit fontScale="85000" lnSpcReduction="20000"/>
          </a:bodyPr>
          <a:lstStyle/>
          <a:p>
            <a:r>
              <a:rPr b="1" dirty="0">
                <a:solidFill>
                  <a:schemeClr val="tx1"/>
                </a:solidFill>
              </a:rPr>
              <a:t>Objectif général </a:t>
            </a:r>
            <a:r>
              <a:rPr dirty="0">
                <a:solidFill>
                  <a:schemeClr val="tx1"/>
                </a:solidFill>
              </a:rPr>
              <a:t>: Écosystème numérique pour toute la filière.</a:t>
            </a:r>
          </a:p>
          <a:p>
            <a:r>
              <a:rPr b="1" dirty="0">
                <a:solidFill>
                  <a:schemeClr val="tx1"/>
                </a:solidFill>
              </a:rPr>
              <a:t>Objectifs spécifiques :</a:t>
            </a:r>
          </a:p>
          <a:p>
            <a:r>
              <a:rPr dirty="0">
                <a:solidFill>
                  <a:schemeClr val="tx1"/>
                </a:solidFill>
              </a:rPr>
              <a:t>- Vente en ligne</a:t>
            </a:r>
          </a:p>
          <a:p>
            <a:r>
              <a:rPr dirty="0">
                <a:solidFill>
                  <a:schemeClr val="tx1"/>
                </a:solidFill>
              </a:rPr>
              <a:t>- Diagnostic vétérinaire IA</a:t>
            </a:r>
          </a:p>
          <a:p>
            <a:r>
              <a:rPr dirty="0">
                <a:solidFill>
                  <a:schemeClr val="tx1"/>
                </a:solidFill>
              </a:rPr>
              <a:t>- Inclusion via USSD</a:t>
            </a:r>
          </a:p>
          <a:p>
            <a:r>
              <a:rPr dirty="0">
                <a:solidFill>
                  <a:schemeClr val="tx1"/>
                </a:solidFill>
              </a:rPr>
              <a:t>- Connexion entre acteurs.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- Prevenir les eleveur sur les foires ou forum a venir</a:t>
            </a:r>
          </a:p>
          <a:p>
            <a:r>
              <a:rPr lang="fr-FR" dirty="0">
                <a:solidFill>
                  <a:schemeClr val="tx1"/>
                </a:solidFill>
              </a:rPr>
              <a:t>aux- Participation des eleveurs a des forums virtuels nationaux ou            internationaux</a:t>
            </a:r>
          </a:p>
          <a:p>
            <a:r>
              <a:rPr lang="fr-FR" dirty="0">
                <a:solidFill>
                  <a:schemeClr val="tx1"/>
                </a:solidFill>
              </a:rPr>
              <a:t>Troc entre éleveurs et agriculteurs</a:t>
            </a:r>
          </a:p>
          <a:p>
            <a:r>
              <a:rPr lang="fr-FR" dirty="0">
                <a:solidFill>
                  <a:schemeClr val="tx1"/>
                </a:solidFill>
              </a:rPr>
              <a:t> Mise à disposition de géniteurs (mâles reproducteurs)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endParaRPr dirty="0"/>
          </a:p>
        </p:txBody>
      </p:sp>
      <p:pic>
        <p:nvPicPr>
          <p:cNvPr id="2050" name="Picture 2" descr="L' Elevage sous l'ere de la digitalisation : un bussiness qui rapporte  beaucoup - YouTube">
            <a:extLst>
              <a:ext uri="{FF2B5EF4-FFF2-40B4-BE49-F238E27FC236}">
                <a16:creationId xmlns:a16="http://schemas.microsoft.com/office/drawing/2014/main" id="{D91179C7-4F74-53E2-7B92-853425D21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714" y="1837445"/>
            <a:ext cx="4189186" cy="48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58129B-4436-66D8-5B7B-B8D833722A9B}"/>
              </a:ext>
            </a:extLst>
          </p:cNvPr>
          <p:cNvSpPr/>
          <p:nvPr/>
        </p:nvSpPr>
        <p:spPr>
          <a:xfrm>
            <a:off x="4662714" y="5663162"/>
            <a:ext cx="4189184" cy="121720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696FDA1-49AA-F611-818A-6A70FC627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382385"/>
            <a:ext cx="7913142" cy="45719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AA043B-0804-BF45-B1B5-B8C461D3F034}"/>
              </a:ext>
            </a:extLst>
          </p:cNvPr>
          <p:cNvSpPr/>
          <p:nvPr/>
        </p:nvSpPr>
        <p:spPr>
          <a:xfrm>
            <a:off x="753701" y="232229"/>
            <a:ext cx="8098199" cy="14550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Organigramme : Terminateur 7">
            <a:extLst>
              <a:ext uri="{FF2B5EF4-FFF2-40B4-BE49-F238E27FC236}">
                <a16:creationId xmlns:a16="http://schemas.microsoft.com/office/drawing/2014/main" id="{68A6A9F2-DEF2-3E14-B65E-CF46E6D378B5}"/>
              </a:ext>
            </a:extLst>
          </p:cNvPr>
          <p:cNvSpPr/>
          <p:nvPr/>
        </p:nvSpPr>
        <p:spPr>
          <a:xfrm>
            <a:off x="1117600" y="232229"/>
            <a:ext cx="6502400" cy="1253671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800" b="1" dirty="0">
                <a:solidFill>
                  <a:schemeClr val="tx2"/>
                </a:solidFill>
                <a:latin typeface="Arial Black" panose="020B0A04020102020204" pitchFamily="34" charset="0"/>
              </a:rPr>
              <a:t>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061893"/>
            <a:ext cx="2163671" cy="4592908"/>
          </a:xfrm>
        </p:spPr>
        <p:txBody>
          <a:bodyPr/>
          <a:lstStyle/>
          <a:p>
            <a:r>
              <a:rPr dirty="0"/>
              <a:t>Éleveurs : + revenus, - pertes, + soins</a:t>
            </a:r>
          </a:p>
          <a:p>
            <a:r>
              <a:rPr dirty="0"/>
              <a:t>Acheteurs : base certifiée, achats sécurisés</a:t>
            </a:r>
          </a:p>
          <a:p>
            <a:r>
              <a:rPr dirty="0"/>
              <a:t>Société : modernisation, sécurité sanitaire, réduction des inégalités.</a:t>
            </a:r>
          </a:p>
        </p:txBody>
      </p:sp>
      <p:pic>
        <p:nvPicPr>
          <p:cNvPr id="3074" name="Picture 2" descr="Infographie sur l'agriculture. Alimentation animaux technologie agricole  alimentation secteur alimentation graphique modèle graphique avec  emplacement pour le texte Image Vectorielle Stock - Alamy">
            <a:extLst>
              <a:ext uri="{FF2B5EF4-FFF2-40B4-BE49-F238E27FC236}">
                <a16:creationId xmlns:a16="http://schemas.microsoft.com/office/drawing/2014/main" id="{4A7321A0-1EA2-8B5B-6B87-D35430F31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764" y="2053702"/>
            <a:ext cx="4427899" cy="459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456F58-AC66-A8FC-CC6B-F5820DC57417}"/>
              </a:ext>
            </a:extLst>
          </p:cNvPr>
          <p:cNvSpPr/>
          <p:nvPr/>
        </p:nvSpPr>
        <p:spPr>
          <a:xfrm>
            <a:off x="787400" y="203199"/>
            <a:ext cx="7950200" cy="185050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9A89F580-6812-1A8D-E03C-E46B8BE514E8}"/>
              </a:ext>
            </a:extLst>
          </p:cNvPr>
          <p:cNvSpPr/>
          <p:nvPr/>
        </p:nvSpPr>
        <p:spPr>
          <a:xfrm>
            <a:off x="1320800" y="203199"/>
            <a:ext cx="6591300" cy="1244601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2"/>
                </a:solidFill>
                <a:latin typeface="Arial Black" panose="020B0A04020102020204" pitchFamily="34" charset="0"/>
              </a:rPr>
              <a:t>IMPACTES ATTENDUS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10CA2-E3D2-E596-F423-A0220DF3BEAB}"/>
              </a:ext>
            </a:extLst>
          </p:cNvPr>
          <p:cNvSpPr/>
          <p:nvPr/>
        </p:nvSpPr>
        <p:spPr>
          <a:xfrm>
            <a:off x="3860800" y="6273800"/>
            <a:ext cx="4711700" cy="3728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Visibilité : ✅ / ❌</a:t>
            </a:r>
          </a:p>
          <a:p>
            <a:r>
              <a:rPr dirty="0"/>
              <a:t>Vente à distance : ✅ / ❌</a:t>
            </a:r>
          </a:p>
          <a:p>
            <a:r>
              <a:rPr dirty="0"/>
              <a:t>Diagnostic : ✅ / ❌</a:t>
            </a:r>
          </a:p>
          <a:p>
            <a:r>
              <a:rPr dirty="0"/>
              <a:t>Accès rural : ✅ / ❌</a:t>
            </a:r>
          </a:p>
          <a:p>
            <a:r>
              <a:rPr dirty="0"/>
              <a:t>Paiement mobile : ✅ / ✅</a:t>
            </a:r>
          </a:p>
          <a:p>
            <a:r>
              <a:rPr dirty="0"/>
              <a:t>À distance : ✅ / ❌</a:t>
            </a:r>
          </a:p>
          <a:p>
            <a:r>
              <a:rPr dirty="0"/>
              <a:t>Traçabilité : ✅ / ❌</a:t>
            </a:r>
            <a:endParaRPr lang="fr-FR" dirty="0"/>
          </a:p>
          <a:p>
            <a:r>
              <a:rPr lang="fr-FR" dirty="0" err="1"/>
              <a:t>Quide</a:t>
            </a:r>
            <a:r>
              <a:rPr lang="fr-FR" dirty="0"/>
              <a:t> tutoriel et Voix off : ✅ / ❌</a:t>
            </a:r>
          </a:p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36390-D82F-BD12-9AD1-5A869267DFE4}"/>
              </a:ext>
            </a:extLst>
          </p:cNvPr>
          <p:cNvSpPr/>
          <p:nvPr/>
        </p:nvSpPr>
        <p:spPr>
          <a:xfrm>
            <a:off x="812800" y="254000"/>
            <a:ext cx="7950200" cy="18415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CF0330CF-4595-0897-F0BB-6FF0068D8647}"/>
              </a:ext>
            </a:extLst>
          </p:cNvPr>
          <p:cNvSpPr/>
          <p:nvPr/>
        </p:nvSpPr>
        <p:spPr>
          <a:xfrm>
            <a:off x="938758" y="382385"/>
            <a:ext cx="7759700" cy="1243215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Arial Black" panose="020B0A04020102020204" pitchFamily="34" charset="0"/>
              </a:rPr>
              <a:t>AVENTAGES COMPARATIFS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286003"/>
            <a:ext cx="7633742" cy="247649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800" dirty="0">
                <a:latin typeface="Arial Black" panose="020B0A04020102020204" pitchFamily="34" charset="0"/>
              </a:rPr>
              <a:t>ELEVEURS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800" dirty="0">
                <a:latin typeface="Arial Black" panose="020B0A04020102020204" pitchFamily="34" charset="0"/>
              </a:rPr>
              <a:t>AGRICULTEURS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800" dirty="0">
                <a:latin typeface="Arial Black" panose="020B0A04020102020204" pitchFamily="34" charset="0"/>
              </a:rPr>
              <a:t>VETRINAIRES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800" dirty="0">
                <a:latin typeface="Arial Black" panose="020B0A04020102020204" pitchFamily="34" charset="0"/>
              </a:rPr>
              <a:t>VENDEURS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800" dirty="0">
                <a:latin typeface="Arial Black" panose="020B0A04020102020204" pitchFamily="34" charset="0"/>
              </a:rPr>
              <a:t>ACHETEURS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093FA-33C0-BAA9-7DC5-135967D0F3FE}"/>
              </a:ext>
            </a:extLst>
          </p:cNvPr>
          <p:cNvSpPr/>
          <p:nvPr/>
        </p:nvSpPr>
        <p:spPr>
          <a:xfrm>
            <a:off x="762000" y="239451"/>
            <a:ext cx="7962900" cy="177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61B63098-2EE2-EBE8-BEBD-66032A53228F}"/>
              </a:ext>
            </a:extLst>
          </p:cNvPr>
          <p:cNvSpPr/>
          <p:nvPr/>
        </p:nvSpPr>
        <p:spPr>
          <a:xfrm>
            <a:off x="1397000" y="382385"/>
            <a:ext cx="6362700" cy="1382915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6600" b="1" dirty="0">
                <a:solidFill>
                  <a:schemeClr val="tx2"/>
                </a:solidFill>
                <a:latin typeface="Arial Black" panose="020B0A04020102020204" pitchFamily="34" charset="0"/>
              </a:rPr>
              <a:t>CIBLES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C0E1B-ED7C-9EFC-A0E8-7346993B3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3000-7AC7-CE8D-4824-A7F3ED1B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2D5C3-B26B-3AFC-5407-14BBC66D0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- Marché virtuel</a:t>
            </a:r>
          </a:p>
          <a:p>
            <a:r>
              <a:rPr dirty="0"/>
              <a:t>- VetIA (diagnostic IA)</a:t>
            </a:r>
          </a:p>
          <a:p>
            <a:r>
              <a:rPr dirty="0"/>
              <a:t>- Agenda des foires</a:t>
            </a:r>
          </a:p>
          <a:p>
            <a:r>
              <a:rPr dirty="0"/>
              <a:t>- Accès USSD/SMS</a:t>
            </a:r>
          </a:p>
          <a:p>
            <a:r>
              <a:rPr dirty="0"/>
              <a:t>- Module B2B</a:t>
            </a:r>
          </a:p>
          <a:p>
            <a:r>
              <a:rPr dirty="0"/>
              <a:t>- Espace fournisseur</a:t>
            </a:r>
          </a:p>
          <a:p>
            <a:r>
              <a:rPr dirty="0"/>
              <a:t>- Cartographie des acteurs</a:t>
            </a:r>
            <a:endParaRPr lang="fr-FR" dirty="0"/>
          </a:p>
          <a:p>
            <a:r>
              <a:rPr lang="fr-FR" dirty="0"/>
              <a:t>- Troc</a:t>
            </a:r>
            <a:r>
              <a:rPr dirty="0"/>
              <a:t>.</a:t>
            </a:r>
            <a:endParaRPr lang="fr-FR" dirty="0"/>
          </a:p>
          <a:p>
            <a:r>
              <a:rPr lang="fr-FR" dirty="0"/>
              <a:t>- tuto pour quider l’utilisateurs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73D00A-383A-62F2-CCA0-F58FDD64A88F}"/>
              </a:ext>
            </a:extLst>
          </p:cNvPr>
          <p:cNvSpPr/>
          <p:nvPr/>
        </p:nvSpPr>
        <p:spPr>
          <a:xfrm>
            <a:off x="812800" y="203200"/>
            <a:ext cx="7924800" cy="18669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64DB9E87-C83D-F4B7-97D5-7F07F8A2B8BD}"/>
              </a:ext>
            </a:extLst>
          </p:cNvPr>
          <p:cNvSpPr/>
          <p:nvPr/>
        </p:nvSpPr>
        <p:spPr>
          <a:xfrm>
            <a:off x="1524000" y="382385"/>
            <a:ext cx="6413500" cy="1395615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2"/>
                </a:solidFill>
                <a:latin typeface="Arial Black" panose="020B0A04020102020204" pitchFamily="34" charset="0"/>
              </a:rPr>
              <a:t>COMPOSANTES CLES</a:t>
            </a:r>
          </a:p>
        </p:txBody>
      </p:sp>
    </p:spTree>
    <p:extLst>
      <p:ext uri="{BB962C8B-B14F-4D97-AF65-F5344CB8AC3E}">
        <p14:creationId xmlns:p14="http://schemas.microsoft.com/office/powerpoint/2010/main" val="81414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Commission sur ventes (5–10%)</a:t>
            </a:r>
          </a:p>
          <a:p>
            <a:r>
              <a:rPr dirty="0"/>
              <a:t>- Abonnements premium</a:t>
            </a:r>
          </a:p>
          <a:p>
            <a:r>
              <a:rPr dirty="0"/>
              <a:t>- Mise en avant payante</a:t>
            </a:r>
          </a:p>
          <a:p>
            <a:r>
              <a:rPr dirty="0"/>
              <a:t>- Services vétérinaires</a:t>
            </a:r>
          </a:p>
          <a:p>
            <a:r>
              <a:rPr dirty="0"/>
              <a:t>- Marketplace B2B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600B4-4BC4-749A-5D32-FDB135C30E18}"/>
              </a:ext>
            </a:extLst>
          </p:cNvPr>
          <p:cNvSpPr/>
          <p:nvPr/>
        </p:nvSpPr>
        <p:spPr>
          <a:xfrm>
            <a:off x="787400" y="177800"/>
            <a:ext cx="7988300" cy="1930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95CEBAC2-3DDE-26EF-B15A-5DA3A0797C6B}"/>
              </a:ext>
            </a:extLst>
          </p:cNvPr>
          <p:cNvSpPr/>
          <p:nvPr/>
        </p:nvSpPr>
        <p:spPr>
          <a:xfrm>
            <a:off x="1244600" y="382385"/>
            <a:ext cx="6654800" cy="1395615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Arial Black" panose="020B0A04020102020204" pitchFamily="34" charset="0"/>
              </a:rPr>
              <a:t>MODELE ECONOMIQUE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471285"/>
            <a:ext cx="7633742" cy="1492132"/>
          </a:xfrm>
        </p:spPr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Développeurs, hébergeurs</a:t>
            </a:r>
          </a:p>
          <a:p>
            <a:r>
              <a:rPr dirty="0"/>
              <a:t>- Vétérinaires</a:t>
            </a:r>
          </a:p>
          <a:p>
            <a:r>
              <a:rPr dirty="0"/>
              <a:t>- Coopératives</a:t>
            </a:r>
          </a:p>
          <a:p>
            <a:r>
              <a:rPr dirty="0"/>
              <a:t>- Investisseurs (FAO, DER...)</a:t>
            </a:r>
          </a:p>
          <a:p>
            <a:r>
              <a:rPr dirty="0"/>
              <a:t>- Collectivités locales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6CC04-F85B-3567-8CAB-5B87547DFE59}"/>
              </a:ext>
            </a:extLst>
          </p:cNvPr>
          <p:cNvSpPr/>
          <p:nvPr/>
        </p:nvSpPr>
        <p:spPr>
          <a:xfrm>
            <a:off x="774700" y="304800"/>
            <a:ext cx="7988300" cy="19812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49720778-B852-399C-B40B-C248D263C535}"/>
              </a:ext>
            </a:extLst>
          </p:cNvPr>
          <p:cNvSpPr/>
          <p:nvPr/>
        </p:nvSpPr>
        <p:spPr>
          <a:xfrm>
            <a:off x="1435100" y="304800"/>
            <a:ext cx="6770142" cy="1320800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2"/>
                </a:solidFill>
                <a:latin typeface="Arial Black" panose="020B0A04020102020204" pitchFamily="34" charset="0"/>
              </a:rPr>
              <a:t>PARTENAIRES RECHERCHES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326560"/>
            <a:ext cx="3633242" cy="2728231"/>
          </a:xfrm>
        </p:spPr>
        <p:txBody>
          <a:bodyPr/>
          <a:lstStyle/>
          <a:p>
            <a:r>
              <a:rPr b="1" dirty="0"/>
              <a:t>Défis </a:t>
            </a:r>
            <a:r>
              <a:rPr dirty="0"/>
              <a:t>:</a:t>
            </a:r>
          </a:p>
          <a:p>
            <a:r>
              <a:rPr dirty="0"/>
              <a:t>- Adoption des éleveurs</a:t>
            </a:r>
          </a:p>
          <a:p>
            <a:r>
              <a:rPr dirty="0"/>
              <a:t>- Barrières linguistiques</a:t>
            </a:r>
          </a:p>
          <a:p>
            <a:r>
              <a:rPr dirty="0"/>
              <a:t>- Implication des vétérinaires</a:t>
            </a:r>
          </a:p>
          <a:p>
            <a:endParaRPr dirty="0"/>
          </a:p>
        </p:txBody>
      </p:sp>
      <p:pic>
        <p:nvPicPr>
          <p:cNvPr id="4100" name="Picture 4" descr="Relever des défis expérientiels dès aujourd'hui ! - Devenez Meilleur">
            <a:extLst>
              <a:ext uri="{FF2B5EF4-FFF2-40B4-BE49-F238E27FC236}">
                <a16:creationId xmlns:a16="http://schemas.microsoft.com/office/drawing/2014/main" id="{C4BDF601-AC91-CBF6-8A01-A9123E3FE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14" y="1528082"/>
            <a:ext cx="4025128" cy="380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EF03DF-72B1-DCF2-5019-FDF60CB42E48}"/>
              </a:ext>
            </a:extLst>
          </p:cNvPr>
          <p:cNvSpPr/>
          <p:nvPr/>
        </p:nvSpPr>
        <p:spPr>
          <a:xfrm>
            <a:off x="825500" y="165100"/>
            <a:ext cx="7950200" cy="188633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Organigramme : Terminateur 4">
            <a:extLst>
              <a:ext uri="{FF2B5EF4-FFF2-40B4-BE49-F238E27FC236}">
                <a16:creationId xmlns:a16="http://schemas.microsoft.com/office/drawing/2014/main" id="{938DEFB3-6452-06AA-BC81-A700769C655D}"/>
              </a:ext>
            </a:extLst>
          </p:cNvPr>
          <p:cNvSpPr/>
          <p:nvPr/>
        </p:nvSpPr>
        <p:spPr>
          <a:xfrm>
            <a:off x="1319758" y="382385"/>
            <a:ext cx="6871742" cy="1145697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5400" b="1" dirty="0">
                <a:solidFill>
                  <a:schemeClr val="tx2"/>
                </a:solidFill>
                <a:latin typeface="Arial Black" panose="020B0A04020102020204" pitchFamily="34" charset="0"/>
              </a:rPr>
              <a:t>DEFIS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DD743E02-C5E7-CCCF-8171-CF54B27050A0}"/>
              </a:ext>
            </a:extLst>
          </p:cNvPr>
          <p:cNvSpPr/>
          <p:nvPr/>
        </p:nvSpPr>
        <p:spPr>
          <a:xfrm>
            <a:off x="1411513" y="344954"/>
            <a:ext cx="6320973" cy="1028700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chemeClr val="tx2"/>
                </a:solidFill>
                <a:latin typeface="Arial Black" panose="020B0A04020102020204" pitchFamily="34" charset="0"/>
              </a:rPr>
              <a:t>PRESENTAION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05A9F4-E311-123F-9494-39DCA43E7031}"/>
              </a:ext>
            </a:extLst>
          </p:cNvPr>
          <p:cNvSpPr/>
          <p:nvPr/>
        </p:nvSpPr>
        <p:spPr>
          <a:xfrm>
            <a:off x="3225343" y="1995954"/>
            <a:ext cx="2912838" cy="89964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accent1"/>
                </a:solidFill>
              </a:rPr>
              <a:t>MEMBRES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2492859-A604-0BEF-A6A9-0F6F094C9610}"/>
              </a:ext>
            </a:extLst>
          </p:cNvPr>
          <p:cNvSpPr txBox="1"/>
          <p:nvPr/>
        </p:nvSpPr>
        <p:spPr>
          <a:xfrm>
            <a:off x="1612900" y="3204855"/>
            <a:ext cx="6680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tx2"/>
                </a:solidFill>
              </a:rPr>
              <a:t>Thierno SEYE</a:t>
            </a:r>
          </a:p>
          <a:p>
            <a:endParaRPr lang="fr-FR" sz="2400" b="1" dirty="0">
              <a:solidFill>
                <a:schemeClr val="tx2"/>
              </a:solidFill>
            </a:endParaRPr>
          </a:p>
          <a:p>
            <a:r>
              <a:rPr lang="fr-FR" sz="2400" b="1" dirty="0">
                <a:solidFill>
                  <a:schemeClr val="tx2"/>
                </a:solidFill>
              </a:rPr>
              <a:t>Moustapha GUEYE</a:t>
            </a:r>
          </a:p>
          <a:p>
            <a:endParaRPr lang="fr-FR" sz="2400" b="1" dirty="0">
              <a:solidFill>
                <a:schemeClr val="tx2"/>
              </a:solidFill>
            </a:endParaRPr>
          </a:p>
          <a:p>
            <a:r>
              <a:rPr lang="fr-FR" sz="2400" b="1" dirty="0">
                <a:solidFill>
                  <a:schemeClr val="tx2"/>
                </a:solidFill>
              </a:rPr>
              <a:t>Aissatou DIAGNE</a:t>
            </a:r>
          </a:p>
          <a:p>
            <a:endParaRPr lang="fr-FR" sz="2400" b="1" dirty="0">
              <a:solidFill>
                <a:schemeClr val="tx2"/>
              </a:solidFill>
            </a:endParaRPr>
          </a:p>
          <a:p>
            <a:r>
              <a:rPr lang="fr-FR" sz="2400" b="1" dirty="0">
                <a:solidFill>
                  <a:schemeClr val="tx2"/>
                </a:solidFill>
              </a:rPr>
              <a:t>Baye Demba DIAYE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5914A4-7B8F-0299-9B7D-92858B94AFF6}"/>
              </a:ext>
            </a:extLst>
          </p:cNvPr>
          <p:cNvSpPr txBox="1"/>
          <p:nvPr/>
        </p:nvSpPr>
        <p:spPr>
          <a:xfrm>
            <a:off x="1786162" y="6376432"/>
            <a:ext cx="797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/>
                </a:solidFill>
                <a:latin typeface="Arial Black" panose="020B0A04020102020204" pitchFamily="34" charset="0"/>
              </a:rPr>
              <a:t>CONTACTS      :      77 734 18 90 – 76 413 -91-26</a:t>
            </a:r>
          </a:p>
        </p:txBody>
      </p:sp>
    </p:spTree>
    <p:extLst>
      <p:ext uri="{BB962C8B-B14F-4D97-AF65-F5344CB8AC3E}">
        <p14:creationId xmlns:p14="http://schemas.microsoft.com/office/powerpoint/2010/main" val="91869859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Vert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4714</TotalTime>
  <Words>352</Words>
  <Application>Microsoft Office PowerPoint</Application>
  <PresentationFormat>Affichage à l'écran (4:3)</PresentationFormat>
  <Paragraphs>86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Gill Sans MT</vt:lpstr>
      <vt:lpstr>Impact</vt:lpstr>
      <vt:lpstr>Wingdings</vt:lpstr>
      <vt:lpstr>Badge</vt:lpstr>
      <vt:lpstr>   Digi-Bétail Le Futur de L’Elevage au Sénégal</vt:lpstr>
      <vt:lpstr>          Digi-Betail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moustapha gueye</cp:lastModifiedBy>
  <cp:revision>1</cp:revision>
  <dcterms:created xsi:type="dcterms:W3CDTF">2013-01-27T09:14:16Z</dcterms:created>
  <dcterms:modified xsi:type="dcterms:W3CDTF">2025-07-01T19:24:32Z</dcterms:modified>
  <cp:category/>
</cp:coreProperties>
</file>